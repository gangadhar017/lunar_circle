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satq1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satq2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satq3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satq4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satq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26167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SatQuery AI: An Interactive Vision-Language Assistant for Multimodal Remote Sensing Image Analysis through Text Queries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Theme- Space Technology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ID- (as registered on portal)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Lunar Circle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SatQuery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Lunar Circle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Idea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834640"/>
            <a:ext cx="10012680" cy="3447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Lunar Circle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Tech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34440"/>
            <a:ext cx="11731752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Lunar Circle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Feasibility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34440"/>
            <a:ext cx="11731752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Lunar Circle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Impact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34440"/>
            <a:ext cx="11731752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Lunar Circle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References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34440"/>
            <a:ext cx="11731752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